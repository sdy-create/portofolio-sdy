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arlow Condensed" charset="1" panose="00000506000000000000"/>
      <p:regular r:id="rId26"/>
    </p:embeddedFont>
    <p:embeddedFont>
      <p:font typeface="Barlow Condensed Bold" charset="1" panose="00000806000000000000"/>
      <p:regular r:id="rId27"/>
    </p:embeddedFont>
    <p:embeddedFont>
      <p:font typeface="Arial MT Pro Bold" charset="1" panose="020B0802020202020204"/>
      <p:regular r:id="rId28"/>
    </p:embeddedFont>
    <p:embeddedFont>
      <p:font typeface="Arimo" charset="1" panose="020B0604020202020204"/>
      <p:regular r:id="rId32"/>
    </p:embeddedFont>
    <p:embeddedFont>
      <p:font typeface="Open Sans" charset="1" panose="020B06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jpe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jpeg" Type="http://schemas.openxmlformats.org/officeDocument/2006/relationships/image"/><Relationship Id="rId8" Target="../media/image53.jpe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hape, circle  Description automatically generated"/>
          <p:cNvSpPr/>
          <p:nvPr/>
        </p:nvSpPr>
        <p:spPr>
          <a:xfrm flipH="false" flipV="false" rot="-8100000">
            <a:off x="-2712720" y="3873732"/>
            <a:ext cx="9385068" cy="9385068"/>
          </a:xfrm>
          <a:custGeom>
            <a:avLst/>
            <a:gdLst/>
            <a:ahLst/>
            <a:cxnLst/>
            <a:rect r="r" b="b" t="t" l="l"/>
            <a:pathLst>
              <a:path h="9385068" w="9385068">
                <a:moveTo>
                  <a:pt x="0" y="0"/>
                </a:moveTo>
                <a:lnTo>
                  <a:pt x="9385068" y="0"/>
                </a:lnTo>
                <a:lnTo>
                  <a:pt x="9385068" y="9385068"/>
                </a:lnTo>
                <a:lnTo>
                  <a:pt x="0" y="9385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Shape, circle  Description automatically generated"/>
          <p:cNvSpPr/>
          <p:nvPr/>
        </p:nvSpPr>
        <p:spPr>
          <a:xfrm flipH="false" flipV="false" rot="2700000">
            <a:off x="-2712719" y="-1664841"/>
            <a:ext cx="9385068" cy="9385068"/>
          </a:xfrm>
          <a:custGeom>
            <a:avLst/>
            <a:gdLst/>
            <a:ahLst/>
            <a:cxnLst/>
            <a:rect r="r" b="b" t="t" l="l"/>
            <a:pathLst>
              <a:path h="9385068" w="9385068">
                <a:moveTo>
                  <a:pt x="0" y="0"/>
                </a:moveTo>
                <a:lnTo>
                  <a:pt x="9385069" y="0"/>
                </a:lnTo>
                <a:lnTo>
                  <a:pt x="9385069" y="9385068"/>
                </a:lnTo>
                <a:lnTo>
                  <a:pt x="0" y="9385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0860" y="3687261"/>
            <a:ext cx="13533120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Persentasi strategi bisnis</a:t>
            </a:r>
          </a:p>
        </p:txBody>
      </p:sp>
      <p:sp>
        <p:nvSpPr>
          <p:cNvPr name="Freeform 5" id="5" descr="A black and white logo  Description automatically generated with low confidence"/>
          <p:cNvSpPr/>
          <p:nvPr/>
        </p:nvSpPr>
        <p:spPr>
          <a:xfrm flipH="false" flipV="false" rot="-900000">
            <a:off x="8943190" y="3203124"/>
            <a:ext cx="2948859" cy="1090673"/>
          </a:xfrm>
          <a:custGeom>
            <a:avLst/>
            <a:gdLst/>
            <a:ahLst/>
            <a:cxnLst/>
            <a:rect r="r" b="b" t="t" l="l"/>
            <a:pathLst>
              <a:path h="1090673" w="2948859">
                <a:moveTo>
                  <a:pt x="0" y="0"/>
                </a:moveTo>
                <a:lnTo>
                  <a:pt x="2948859" y="0"/>
                </a:lnTo>
                <a:lnTo>
                  <a:pt x="2948859" y="1090672"/>
                </a:lnTo>
                <a:lnTo>
                  <a:pt x="0" y="1090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A picture containing text, device, fan  Description automatically generated"/>
          <p:cNvSpPr/>
          <p:nvPr/>
        </p:nvSpPr>
        <p:spPr>
          <a:xfrm flipH="false" flipV="false" rot="636633">
            <a:off x="-754218" y="9304571"/>
            <a:ext cx="2221742" cy="3433601"/>
          </a:xfrm>
          <a:custGeom>
            <a:avLst/>
            <a:gdLst/>
            <a:ahLst/>
            <a:cxnLst/>
            <a:rect r="r" b="b" t="t" l="l"/>
            <a:pathLst>
              <a:path h="3433601" w="2221742">
                <a:moveTo>
                  <a:pt x="0" y="0"/>
                </a:moveTo>
                <a:lnTo>
                  <a:pt x="2221742" y="0"/>
                </a:lnTo>
                <a:lnTo>
                  <a:pt x="2221742" y="3433600"/>
                </a:lnTo>
                <a:lnTo>
                  <a:pt x="0" y="343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 descr="A black and white sign  Description automatically generated with low confidence"/>
          <p:cNvSpPr/>
          <p:nvPr/>
        </p:nvSpPr>
        <p:spPr>
          <a:xfrm flipH="false" flipV="false" rot="487697">
            <a:off x="2015714" y="314441"/>
            <a:ext cx="4506677" cy="828000"/>
          </a:xfrm>
          <a:custGeom>
            <a:avLst/>
            <a:gdLst/>
            <a:ahLst/>
            <a:cxnLst/>
            <a:rect r="r" b="b" t="t" l="l"/>
            <a:pathLst>
              <a:path h="828000" w="4506677">
                <a:moveTo>
                  <a:pt x="0" y="0"/>
                </a:moveTo>
                <a:lnTo>
                  <a:pt x="4506676" y="0"/>
                </a:lnTo>
                <a:lnTo>
                  <a:pt x="4506676" y="828000"/>
                </a:lnTo>
                <a:lnTo>
                  <a:pt x="0" y="82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 descr="Logo  Description automatically generated"/>
          <p:cNvSpPr/>
          <p:nvPr/>
        </p:nvSpPr>
        <p:spPr>
          <a:xfrm flipH="false" flipV="false" rot="645093">
            <a:off x="15178124" y="299409"/>
            <a:ext cx="3328572" cy="1260333"/>
          </a:xfrm>
          <a:custGeom>
            <a:avLst/>
            <a:gdLst/>
            <a:ahLst/>
            <a:cxnLst/>
            <a:rect r="r" b="b" t="t" l="l"/>
            <a:pathLst>
              <a:path h="1260333" w="3328572">
                <a:moveTo>
                  <a:pt x="0" y="0"/>
                </a:moveTo>
                <a:lnTo>
                  <a:pt x="3328572" y="0"/>
                </a:lnTo>
                <a:lnTo>
                  <a:pt x="3328572" y="1260333"/>
                </a:lnTo>
                <a:lnTo>
                  <a:pt x="0" y="12603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 descr="Icon  Description automatically generated"/>
          <p:cNvSpPr/>
          <p:nvPr/>
        </p:nvSpPr>
        <p:spPr>
          <a:xfrm flipH="false" flipV="false" rot="0">
            <a:off x="16861731" y="6805106"/>
            <a:ext cx="1034120" cy="3102360"/>
          </a:xfrm>
          <a:custGeom>
            <a:avLst/>
            <a:gdLst/>
            <a:ahLst/>
            <a:cxnLst/>
            <a:rect r="r" b="b" t="t" l="l"/>
            <a:pathLst>
              <a:path h="3102360" w="1034120">
                <a:moveTo>
                  <a:pt x="0" y="0"/>
                </a:moveTo>
                <a:lnTo>
                  <a:pt x="1034119" y="0"/>
                </a:lnTo>
                <a:lnTo>
                  <a:pt x="1034119" y="3102360"/>
                </a:lnTo>
                <a:lnTo>
                  <a:pt x="0" y="31023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 descr="A picture containing text  Description automatically generated"/>
          <p:cNvSpPr/>
          <p:nvPr/>
        </p:nvSpPr>
        <p:spPr>
          <a:xfrm flipH="false" flipV="false" rot="-565012">
            <a:off x="6017137" y="79825"/>
            <a:ext cx="3225612" cy="4240056"/>
          </a:xfrm>
          <a:custGeom>
            <a:avLst/>
            <a:gdLst/>
            <a:ahLst/>
            <a:cxnLst/>
            <a:rect r="r" b="b" t="t" l="l"/>
            <a:pathLst>
              <a:path h="4240056" w="3225612">
                <a:moveTo>
                  <a:pt x="0" y="0"/>
                </a:moveTo>
                <a:lnTo>
                  <a:pt x="3225612" y="0"/>
                </a:lnTo>
                <a:lnTo>
                  <a:pt x="3225612" y="4240056"/>
                </a:lnTo>
                <a:lnTo>
                  <a:pt x="0" y="4240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 descr="Icon  Description automatically generated with medium confidence"/>
          <p:cNvSpPr/>
          <p:nvPr/>
        </p:nvSpPr>
        <p:spPr>
          <a:xfrm flipH="false" flipV="false" rot="496560">
            <a:off x="12931975" y="1062874"/>
            <a:ext cx="2049852" cy="2733141"/>
          </a:xfrm>
          <a:custGeom>
            <a:avLst/>
            <a:gdLst/>
            <a:ahLst/>
            <a:cxnLst/>
            <a:rect r="r" b="b" t="t" l="l"/>
            <a:pathLst>
              <a:path h="2733141" w="2049852">
                <a:moveTo>
                  <a:pt x="0" y="0"/>
                </a:moveTo>
                <a:lnTo>
                  <a:pt x="2049852" y="0"/>
                </a:lnTo>
                <a:lnTo>
                  <a:pt x="2049852" y="2733141"/>
                </a:lnTo>
                <a:lnTo>
                  <a:pt x="0" y="27331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 descr="Logo  Description automatically generated"/>
          <p:cNvSpPr/>
          <p:nvPr/>
        </p:nvSpPr>
        <p:spPr>
          <a:xfrm flipH="false" flipV="false" rot="947668">
            <a:off x="16411808" y="4821372"/>
            <a:ext cx="1493795" cy="2052597"/>
          </a:xfrm>
          <a:custGeom>
            <a:avLst/>
            <a:gdLst/>
            <a:ahLst/>
            <a:cxnLst/>
            <a:rect r="r" b="b" t="t" l="l"/>
            <a:pathLst>
              <a:path h="2052597" w="1493795">
                <a:moveTo>
                  <a:pt x="0" y="0"/>
                </a:moveTo>
                <a:lnTo>
                  <a:pt x="1493794" y="0"/>
                </a:lnTo>
                <a:lnTo>
                  <a:pt x="1493794" y="2052597"/>
                </a:lnTo>
                <a:lnTo>
                  <a:pt x="0" y="20525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 descr="A picture containing step  Description automatically generated"/>
          <p:cNvSpPr/>
          <p:nvPr/>
        </p:nvSpPr>
        <p:spPr>
          <a:xfrm flipH="false" flipV="false" rot="0">
            <a:off x="12219178" y="-155487"/>
            <a:ext cx="3475446" cy="3475446"/>
          </a:xfrm>
          <a:custGeom>
            <a:avLst/>
            <a:gdLst/>
            <a:ahLst/>
            <a:cxnLst/>
            <a:rect r="r" b="b" t="t" l="l"/>
            <a:pathLst>
              <a:path h="3475446" w="3475446">
                <a:moveTo>
                  <a:pt x="0" y="0"/>
                </a:moveTo>
                <a:lnTo>
                  <a:pt x="3475446" y="0"/>
                </a:lnTo>
                <a:lnTo>
                  <a:pt x="3475446" y="3475446"/>
                </a:lnTo>
                <a:lnTo>
                  <a:pt x="0" y="3475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6203" y="6088174"/>
            <a:ext cx="7063740" cy="4114800"/>
          </a:xfrm>
          <a:custGeom>
            <a:avLst/>
            <a:gdLst/>
            <a:ahLst/>
            <a:cxnLst/>
            <a:rect r="r" b="b" t="t" l="l"/>
            <a:pathLst>
              <a:path h="4114800" w="7063740">
                <a:moveTo>
                  <a:pt x="0" y="0"/>
                </a:moveTo>
                <a:lnTo>
                  <a:pt x="7063740" y="0"/>
                </a:lnTo>
                <a:lnTo>
                  <a:pt x="706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Text  Description automatically generated"/>
          <p:cNvSpPr/>
          <p:nvPr/>
        </p:nvSpPr>
        <p:spPr>
          <a:xfrm flipH="false" flipV="false" rot="-222460">
            <a:off x="8088237" y="8535071"/>
            <a:ext cx="8759278" cy="1196391"/>
          </a:xfrm>
          <a:custGeom>
            <a:avLst/>
            <a:gdLst/>
            <a:ahLst/>
            <a:cxnLst/>
            <a:rect r="r" b="b" t="t" l="l"/>
            <a:pathLst>
              <a:path h="1196391" w="8759278">
                <a:moveTo>
                  <a:pt x="0" y="0"/>
                </a:moveTo>
                <a:lnTo>
                  <a:pt x="8759278" y="0"/>
                </a:lnTo>
                <a:lnTo>
                  <a:pt x="8759278" y="1196391"/>
                </a:lnTo>
                <a:lnTo>
                  <a:pt x="0" y="11963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94624" y="1582236"/>
            <a:ext cx="2334214" cy="4114800"/>
          </a:xfrm>
          <a:custGeom>
            <a:avLst/>
            <a:gdLst/>
            <a:ahLst/>
            <a:cxnLst/>
            <a:rect r="r" b="b" t="t" l="l"/>
            <a:pathLst>
              <a:path h="4114800" w="2334214">
                <a:moveTo>
                  <a:pt x="0" y="0"/>
                </a:moveTo>
                <a:lnTo>
                  <a:pt x="2334214" y="0"/>
                </a:lnTo>
                <a:lnTo>
                  <a:pt x="23342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54322" y="3639636"/>
            <a:ext cx="3535460" cy="4114800"/>
          </a:xfrm>
          <a:custGeom>
            <a:avLst/>
            <a:gdLst/>
            <a:ahLst/>
            <a:cxnLst/>
            <a:rect r="r" b="b" t="t" l="l"/>
            <a:pathLst>
              <a:path h="4114800" w="3535460">
                <a:moveTo>
                  <a:pt x="0" y="0"/>
                </a:moveTo>
                <a:lnTo>
                  <a:pt x="3535460" y="0"/>
                </a:lnTo>
                <a:lnTo>
                  <a:pt x="35354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56653" y="4004656"/>
            <a:ext cx="13533120" cy="350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2"/>
              </a:lnSpc>
            </a:pPr>
            <a:r>
              <a:rPr lang="en-US" sz="24900" b="true">
                <a:solidFill>
                  <a:srgbClr val="F2F2F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SNEAKERS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0" y="82009"/>
            <a:ext cx="7315200" cy="3875381"/>
          </a:xfrm>
          <a:custGeom>
            <a:avLst/>
            <a:gdLst/>
            <a:ahLst/>
            <a:cxnLst/>
            <a:rect r="r" b="b" t="t" l="l"/>
            <a:pathLst>
              <a:path h="3875381" w="7315200">
                <a:moveTo>
                  <a:pt x="0" y="0"/>
                </a:moveTo>
                <a:lnTo>
                  <a:pt x="7315200" y="0"/>
                </a:lnTo>
                <a:lnTo>
                  <a:pt x="7315200" y="3875381"/>
                </a:lnTo>
                <a:lnTo>
                  <a:pt x="0" y="387538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34740" y="1878359"/>
            <a:ext cx="13533120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CONVERSE ALL STAR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166" y="398344"/>
            <a:ext cx="17527086" cy="9480124"/>
          </a:xfrm>
          <a:custGeom>
            <a:avLst/>
            <a:gdLst/>
            <a:ahLst/>
            <a:cxnLst/>
            <a:rect r="r" b="b" t="t" l="l"/>
            <a:pathLst>
              <a:path h="9480124" w="17527086">
                <a:moveTo>
                  <a:pt x="0" y="0"/>
                </a:moveTo>
                <a:lnTo>
                  <a:pt x="17527086" y="0"/>
                </a:lnTo>
                <a:lnTo>
                  <a:pt x="17527086" y="9480125"/>
                </a:lnTo>
                <a:lnTo>
                  <a:pt x="0" y="948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746" y="533374"/>
            <a:ext cx="17156341" cy="9105436"/>
          </a:xfrm>
          <a:custGeom>
            <a:avLst/>
            <a:gdLst/>
            <a:ahLst/>
            <a:cxnLst/>
            <a:rect r="r" b="b" t="t" l="l"/>
            <a:pathLst>
              <a:path h="9105436" w="17156341">
                <a:moveTo>
                  <a:pt x="0" y="0"/>
                </a:moveTo>
                <a:lnTo>
                  <a:pt x="17156341" y="0"/>
                </a:lnTo>
                <a:lnTo>
                  <a:pt x="17156341" y="9105436"/>
                </a:lnTo>
                <a:lnTo>
                  <a:pt x="0" y="9105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148" y="375062"/>
            <a:ext cx="17564385" cy="9512973"/>
          </a:xfrm>
          <a:custGeom>
            <a:avLst/>
            <a:gdLst/>
            <a:ahLst/>
            <a:cxnLst/>
            <a:rect r="r" b="b" t="t" l="l"/>
            <a:pathLst>
              <a:path h="9512973" w="17564385">
                <a:moveTo>
                  <a:pt x="0" y="0"/>
                </a:moveTo>
                <a:lnTo>
                  <a:pt x="17564385" y="0"/>
                </a:lnTo>
                <a:lnTo>
                  <a:pt x="17564385" y="9512973"/>
                </a:lnTo>
                <a:lnTo>
                  <a:pt x="0" y="9512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3145" y="873739"/>
            <a:ext cx="15961709" cy="2193188"/>
            <a:chOff x="0" y="0"/>
            <a:chExt cx="21282279" cy="2924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82276" cy="2924288"/>
            </a:xfrm>
            <a:custGeom>
              <a:avLst/>
              <a:gdLst/>
              <a:ahLst/>
              <a:cxnLst/>
              <a:rect r="r" b="b" t="t" l="l"/>
              <a:pathLst>
                <a:path h="2924288" w="21282276">
                  <a:moveTo>
                    <a:pt x="10268" y="0"/>
                  </a:moveTo>
                  <a:lnTo>
                    <a:pt x="21272009" y="0"/>
                  </a:lnTo>
                  <a:cubicBezTo>
                    <a:pt x="21277759" y="0"/>
                    <a:pt x="21282276" y="3313"/>
                    <a:pt x="21282276" y="7529"/>
                  </a:cubicBezTo>
                  <a:lnTo>
                    <a:pt x="21282276" y="2916767"/>
                  </a:lnTo>
                  <a:cubicBezTo>
                    <a:pt x="21282276" y="2920983"/>
                    <a:pt x="21277759" y="2924288"/>
                    <a:pt x="21272009" y="2924288"/>
                  </a:cubicBezTo>
                  <a:lnTo>
                    <a:pt x="10268" y="2924288"/>
                  </a:lnTo>
                  <a:cubicBezTo>
                    <a:pt x="4518" y="2924288"/>
                    <a:pt x="0" y="2920983"/>
                    <a:pt x="0" y="2916767"/>
                  </a:cubicBezTo>
                  <a:lnTo>
                    <a:pt x="0" y="7529"/>
                  </a:lnTo>
                  <a:cubicBezTo>
                    <a:pt x="0" y="3313"/>
                    <a:pt x="4518" y="0"/>
                    <a:pt x="10268" y="0"/>
                  </a:cubicBezTo>
                  <a:moveTo>
                    <a:pt x="10268" y="15057"/>
                  </a:moveTo>
                  <a:lnTo>
                    <a:pt x="10268" y="7529"/>
                  </a:lnTo>
                  <a:lnTo>
                    <a:pt x="20535" y="7529"/>
                  </a:lnTo>
                  <a:lnTo>
                    <a:pt x="20535" y="2916767"/>
                  </a:lnTo>
                  <a:lnTo>
                    <a:pt x="10268" y="2916767"/>
                  </a:lnTo>
                  <a:lnTo>
                    <a:pt x="10268" y="2909238"/>
                  </a:lnTo>
                  <a:lnTo>
                    <a:pt x="21272009" y="2909238"/>
                  </a:lnTo>
                  <a:lnTo>
                    <a:pt x="21272009" y="2916767"/>
                  </a:lnTo>
                  <a:lnTo>
                    <a:pt x="21261741" y="2916767"/>
                  </a:lnTo>
                  <a:lnTo>
                    <a:pt x="21261741" y="7529"/>
                  </a:lnTo>
                  <a:lnTo>
                    <a:pt x="21272009" y="7529"/>
                  </a:lnTo>
                  <a:lnTo>
                    <a:pt x="21272009" y="15057"/>
                  </a:lnTo>
                  <a:lnTo>
                    <a:pt x="10268" y="150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282279" cy="29242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why choose this product?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34928" y="1024608"/>
            <a:ext cx="439712" cy="469752"/>
          </a:xfrm>
          <a:custGeom>
            <a:avLst/>
            <a:gdLst/>
            <a:ahLst/>
            <a:cxnLst/>
            <a:rect r="r" b="b" t="t" l="l"/>
            <a:pathLst>
              <a:path h="469752" w="439712">
                <a:moveTo>
                  <a:pt x="0" y="0"/>
                </a:moveTo>
                <a:lnTo>
                  <a:pt x="439711" y="0"/>
                </a:lnTo>
                <a:lnTo>
                  <a:pt x="439711" y="469752"/>
                </a:lnTo>
                <a:lnTo>
                  <a:pt x="0" y="469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89851" y="941266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89851" y="2791220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4595" y="2753591"/>
            <a:ext cx="615676" cy="626672"/>
          </a:xfrm>
          <a:custGeom>
            <a:avLst/>
            <a:gdLst/>
            <a:ahLst/>
            <a:cxnLst/>
            <a:rect r="r" b="b" t="t" l="l"/>
            <a:pathLst>
              <a:path h="626672" w="615676">
                <a:moveTo>
                  <a:pt x="0" y="0"/>
                </a:moveTo>
                <a:lnTo>
                  <a:pt x="615676" y="0"/>
                </a:lnTo>
                <a:lnTo>
                  <a:pt x="615676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2002" y="3897947"/>
            <a:ext cx="15062853" cy="347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Sebagai physiological needs 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Penunjang penampilan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Perlindungan untuk kaki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Memberikan kenyamanan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" y="9931276"/>
            <a:ext cx="4494362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https://www.verywellhealth.com/manic-definition-5188650</a:t>
            </a:r>
          </a:p>
        </p:txBody>
      </p:sp>
    </p:spTree>
  </p:cSld>
  <p:clrMapOvr>
    <a:masterClrMapping/>
  </p:clrMapOvr>
  <p:transition spd="fast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166" y="398344"/>
            <a:ext cx="17527086" cy="9480124"/>
          </a:xfrm>
          <a:custGeom>
            <a:avLst/>
            <a:gdLst/>
            <a:ahLst/>
            <a:cxnLst/>
            <a:rect r="r" b="b" t="t" l="l"/>
            <a:pathLst>
              <a:path h="9480124" w="17527086">
                <a:moveTo>
                  <a:pt x="0" y="0"/>
                </a:moveTo>
                <a:lnTo>
                  <a:pt x="17527086" y="0"/>
                </a:lnTo>
                <a:lnTo>
                  <a:pt x="17527086" y="9480125"/>
                </a:lnTo>
                <a:lnTo>
                  <a:pt x="0" y="948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746" y="533374"/>
            <a:ext cx="17156341" cy="9105436"/>
          </a:xfrm>
          <a:custGeom>
            <a:avLst/>
            <a:gdLst/>
            <a:ahLst/>
            <a:cxnLst/>
            <a:rect r="r" b="b" t="t" l="l"/>
            <a:pathLst>
              <a:path h="9105436" w="17156341">
                <a:moveTo>
                  <a:pt x="0" y="0"/>
                </a:moveTo>
                <a:lnTo>
                  <a:pt x="17156341" y="0"/>
                </a:lnTo>
                <a:lnTo>
                  <a:pt x="17156341" y="9105436"/>
                </a:lnTo>
                <a:lnTo>
                  <a:pt x="0" y="9105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148" y="375062"/>
            <a:ext cx="17564385" cy="9512973"/>
          </a:xfrm>
          <a:custGeom>
            <a:avLst/>
            <a:gdLst/>
            <a:ahLst/>
            <a:cxnLst/>
            <a:rect r="r" b="b" t="t" l="l"/>
            <a:pathLst>
              <a:path h="9512973" w="17564385">
                <a:moveTo>
                  <a:pt x="0" y="0"/>
                </a:moveTo>
                <a:lnTo>
                  <a:pt x="17564385" y="0"/>
                </a:lnTo>
                <a:lnTo>
                  <a:pt x="17564385" y="9512973"/>
                </a:lnTo>
                <a:lnTo>
                  <a:pt x="0" y="9512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3145" y="873739"/>
            <a:ext cx="15961709" cy="2193188"/>
            <a:chOff x="0" y="0"/>
            <a:chExt cx="21282279" cy="2924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82276" cy="2924288"/>
            </a:xfrm>
            <a:custGeom>
              <a:avLst/>
              <a:gdLst/>
              <a:ahLst/>
              <a:cxnLst/>
              <a:rect r="r" b="b" t="t" l="l"/>
              <a:pathLst>
                <a:path h="2924288" w="21282276">
                  <a:moveTo>
                    <a:pt x="10268" y="0"/>
                  </a:moveTo>
                  <a:lnTo>
                    <a:pt x="21272009" y="0"/>
                  </a:lnTo>
                  <a:cubicBezTo>
                    <a:pt x="21277759" y="0"/>
                    <a:pt x="21282276" y="3313"/>
                    <a:pt x="21282276" y="7529"/>
                  </a:cubicBezTo>
                  <a:lnTo>
                    <a:pt x="21282276" y="2916767"/>
                  </a:lnTo>
                  <a:cubicBezTo>
                    <a:pt x="21282276" y="2920983"/>
                    <a:pt x="21277759" y="2924288"/>
                    <a:pt x="21272009" y="2924288"/>
                  </a:cubicBezTo>
                  <a:lnTo>
                    <a:pt x="10268" y="2924288"/>
                  </a:lnTo>
                  <a:cubicBezTo>
                    <a:pt x="4518" y="2924288"/>
                    <a:pt x="0" y="2920983"/>
                    <a:pt x="0" y="2916767"/>
                  </a:cubicBezTo>
                  <a:lnTo>
                    <a:pt x="0" y="7529"/>
                  </a:lnTo>
                  <a:cubicBezTo>
                    <a:pt x="0" y="3313"/>
                    <a:pt x="4518" y="0"/>
                    <a:pt x="10268" y="0"/>
                  </a:cubicBezTo>
                  <a:moveTo>
                    <a:pt x="10268" y="15057"/>
                  </a:moveTo>
                  <a:lnTo>
                    <a:pt x="10268" y="7529"/>
                  </a:lnTo>
                  <a:lnTo>
                    <a:pt x="20535" y="7529"/>
                  </a:lnTo>
                  <a:lnTo>
                    <a:pt x="20535" y="2916767"/>
                  </a:lnTo>
                  <a:lnTo>
                    <a:pt x="10268" y="2916767"/>
                  </a:lnTo>
                  <a:lnTo>
                    <a:pt x="10268" y="2909238"/>
                  </a:lnTo>
                  <a:lnTo>
                    <a:pt x="21272009" y="2909238"/>
                  </a:lnTo>
                  <a:lnTo>
                    <a:pt x="21272009" y="2916767"/>
                  </a:lnTo>
                  <a:lnTo>
                    <a:pt x="21261741" y="2916767"/>
                  </a:lnTo>
                  <a:lnTo>
                    <a:pt x="21261741" y="7529"/>
                  </a:lnTo>
                  <a:lnTo>
                    <a:pt x="21272009" y="7529"/>
                  </a:lnTo>
                  <a:lnTo>
                    <a:pt x="21272009" y="15057"/>
                  </a:lnTo>
                  <a:lnTo>
                    <a:pt x="10268" y="150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282279" cy="29242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960"/>
                </a:lnSpc>
              </a:pPr>
              <a:r>
                <a:rPr lang="en-US" sz="10800">
                  <a:solidFill>
                    <a:srgbClr val="00000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DROPSHIP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34928" y="1024608"/>
            <a:ext cx="439712" cy="469752"/>
          </a:xfrm>
          <a:custGeom>
            <a:avLst/>
            <a:gdLst/>
            <a:ahLst/>
            <a:cxnLst/>
            <a:rect r="r" b="b" t="t" l="l"/>
            <a:pathLst>
              <a:path h="469752" w="439712">
                <a:moveTo>
                  <a:pt x="0" y="0"/>
                </a:moveTo>
                <a:lnTo>
                  <a:pt x="439711" y="0"/>
                </a:lnTo>
                <a:lnTo>
                  <a:pt x="439711" y="469752"/>
                </a:lnTo>
                <a:lnTo>
                  <a:pt x="0" y="469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89851" y="941266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89851" y="2791220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4595" y="2753591"/>
            <a:ext cx="615676" cy="626672"/>
          </a:xfrm>
          <a:custGeom>
            <a:avLst/>
            <a:gdLst/>
            <a:ahLst/>
            <a:cxnLst/>
            <a:rect r="r" b="b" t="t" l="l"/>
            <a:pathLst>
              <a:path h="626672" w="615676">
                <a:moveTo>
                  <a:pt x="0" y="0"/>
                </a:moveTo>
                <a:lnTo>
                  <a:pt x="615676" y="0"/>
                </a:lnTo>
                <a:lnTo>
                  <a:pt x="615676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20709" y="4162460"/>
            <a:ext cx="9405480" cy="5476351"/>
          </a:xfrm>
          <a:custGeom>
            <a:avLst/>
            <a:gdLst/>
            <a:ahLst/>
            <a:cxnLst/>
            <a:rect r="r" b="b" t="t" l="l"/>
            <a:pathLst>
              <a:path h="5476351" w="9405480">
                <a:moveTo>
                  <a:pt x="0" y="0"/>
                </a:moveTo>
                <a:lnTo>
                  <a:pt x="9405480" y="0"/>
                </a:lnTo>
                <a:lnTo>
                  <a:pt x="9405480" y="5476350"/>
                </a:lnTo>
                <a:lnTo>
                  <a:pt x="0" y="5476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54783" y="1086550"/>
            <a:ext cx="2066807" cy="1980377"/>
          </a:xfrm>
          <a:custGeom>
            <a:avLst/>
            <a:gdLst/>
            <a:ahLst/>
            <a:cxnLst/>
            <a:rect r="r" b="b" t="t" l="l"/>
            <a:pathLst>
              <a:path h="1980377" w="2066807">
                <a:moveTo>
                  <a:pt x="0" y="0"/>
                </a:moveTo>
                <a:lnTo>
                  <a:pt x="2066807" y="0"/>
                </a:lnTo>
                <a:lnTo>
                  <a:pt x="2066807" y="1980377"/>
                </a:lnTo>
                <a:lnTo>
                  <a:pt x="0" y="19803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62002" y="1086550"/>
            <a:ext cx="2066807" cy="1980377"/>
          </a:xfrm>
          <a:custGeom>
            <a:avLst/>
            <a:gdLst/>
            <a:ahLst/>
            <a:cxnLst/>
            <a:rect r="r" b="b" t="t" l="l"/>
            <a:pathLst>
              <a:path h="1980377" w="2066807">
                <a:moveTo>
                  <a:pt x="0" y="0"/>
                </a:moveTo>
                <a:lnTo>
                  <a:pt x="2066807" y="0"/>
                </a:lnTo>
                <a:lnTo>
                  <a:pt x="2066807" y="1980377"/>
                </a:lnTo>
                <a:lnTo>
                  <a:pt x="0" y="19803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5236" y="4314860"/>
            <a:ext cx="3630292" cy="4941231"/>
          </a:xfrm>
          <a:custGeom>
            <a:avLst/>
            <a:gdLst/>
            <a:ahLst/>
            <a:cxnLst/>
            <a:rect r="r" b="b" t="t" l="l"/>
            <a:pathLst>
              <a:path h="4941231" w="3630292">
                <a:moveTo>
                  <a:pt x="0" y="0"/>
                </a:moveTo>
                <a:lnTo>
                  <a:pt x="3630292" y="0"/>
                </a:lnTo>
                <a:lnTo>
                  <a:pt x="3630292" y="4941230"/>
                </a:lnTo>
                <a:lnTo>
                  <a:pt x="0" y="494123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58737" y="3345215"/>
            <a:ext cx="15062853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Converse ALL STAR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" y="9931276"/>
            <a:ext cx="4494362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https://www.verywellhealth.com/manic-definition-5188650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85802" y="4163150"/>
            <a:ext cx="5261316" cy="524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Mr Marquis Mills Converse mendirikan sebuah perusahaan sepatu bernama Converse Rubber Shoe Company pada tahun 1908 di Malden, Massachusetts.</a:t>
            </a:r>
          </a:p>
        </p:txBody>
      </p:sp>
    </p:spTree>
  </p:cSld>
  <p:clrMapOvr>
    <a:masterClrMapping/>
  </p:clrMapOvr>
  <p:transition spd="fast">
    <p:cover dir="r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picture containing text, device  Description automatically generated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16653" y="2616653"/>
            <a:ext cx="5053694" cy="5053694"/>
            <a:chOff x="0" y="0"/>
            <a:chExt cx="6738258" cy="67382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38239" cy="6738239"/>
            </a:xfrm>
            <a:custGeom>
              <a:avLst/>
              <a:gdLst/>
              <a:ahLst/>
              <a:cxnLst/>
              <a:rect r="r" b="b" t="t" l="l"/>
              <a:pathLst>
                <a:path h="6738239" w="6738239">
                  <a:moveTo>
                    <a:pt x="0" y="3369183"/>
                  </a:moveTo>
                  <a:cubicBezTo>
                    <a:pt x="0" y="1508379"/>
                    <a:pt x="1508379" y="0"/>
                    <a:pt x="3369183" y="0"/>
                  </a:cubicBezTo>
                  <a:cubicBezTo>
                    <a:pt x="5229987" y="0"/>
                    <a:pt x="6738239" y="1508379"/>
                    <a:pt x="6738239" y="3369183"/>
                  </a:cubicBezTo>
                  <a:cubicBezTo>
                    <a:pt x="6738239" y="5229987"/>
                    <a:pt x="5229860" y="6738239"/>
                    <a:pt x="3369183" y="6738239"/>
                  </a:cubicBezTo>
                  <a:cubicBezTo>
                    <a:pt x="1508506" y="6738239"/>
                    <a:pt x="0" y="5229860"/>
                    <a:pt x="0" y="3369183"/>
                  </a:cubicBezTo>
                  <a:close/>
                  <a:moveTo>
                    <a:pt x="1206119" y="3369183"/>
                  </a:moveTo>
                  <a:cubicBezTo>
                    <a:pt x="1206119" y="4563745"/>
                    <a:pt x="2174494" y="5532247"/>
                    <a:pt x="3369183" y="5532247"/>
                  </a:cubicBezTo>
                  <a:cubicBezTo>
                    <a:pt x="4563872" y="5532247"/>
                    <a:pt x="5532120" y="4563745"/>
                    <a:pt x="5532120" y="3369183"/>
                  </a:cubicBezTo>
                  <a:cubicBezTo>
                    <a:pt x="5532120" y="2174621"/>
                    <a:pt x="4563745" y="1206119"/>
                    <a:pt x="3369183" y="1206119"/>
                  </a:cubicBezTo>
                  <a:cubicBezTo>
                    <a:pt x="2174621" y="1206119"/>
                    <a:pt x="1206119" y="2174494"/>
                    <a:pt x="1206119" y="33691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0" y="5105400"/>
            <a:ext cx="6652479" cy="238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Mahasiswa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Pegawai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SMA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b="true" sz="42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SMP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0" y="1565474"/>
            <a:ext cx="6652479" cy="299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sz="108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TARGET PASAR</a:t>
            </a: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9457" y="850583"/>
            <a:ext cx="15769084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SWOT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02444" y="3107122"/>
            <a:ext cx="3952888" cy="965864"/>
            <a:chOff x="0" y="0"/>
            <a:chExt cx="5270518" cy="1287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70553" cy="1287843"/>
            </a:xfrm>
            <a:custGeom>
              <a:avLst/>
              <a:gdLst/>
              <a:ahLst/>
              <a:cxnLst/>
              <a:rect r="r" b="b" t="t" l="l"/>
              <a:pathLst>
                <a:path h="1287843" w="5270553">
                  <a:moveTo>
                    <a:pt x="0" y="0"/>
                  </a:moveTo>
                  <a:lnTo>
                    <a:pt x="5270553" y="0"/>
                  </a:lnTo>
                  <a:lnTo>
                    <a:pt x="5270553" y="1287843"/>
                  </a:lnTo>
                  <a:lnTo>
                    <a:pt x="0" y="1287843"/>
                  </a:lnTo>
                  <a:close/>
                </a:path>
              </a:pathLst>
            </a:custGeom>
            <a:solidFill>
              <a:srgbClr val="0FFF0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270518" cy="128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Strength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444" y="4252798"/>
            <a:ext cx="3937542" cy="3632625"/>
            <a:chOff x="0" y="0"/>
            <a:chExt cx="7530176" cy="69470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30211" cy="6947027"/>
            </a:xfrm>
            <a:custGeom>
              <a:avLst/>
              <a:gdLst/>
              <a:ahLst/>
              <a:cxnLst/>
              <a:rect r="r" b="b" t="t" l="l"/>
              <a:pathLst>
                <a:path h="6947027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6947027"/>
                  </a:lnTo>
                  <a:lnTo>
                    <a:pt x="0" y="69470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2444" y="8002044"/>
            <a:ext cx="5647632" cy="96564"/>
            <a:chOff x="0" y="0"/>
            <a:chExt cx="7530176" cy="128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30211" cy="128778"/>
            </a:xfrm>
            <a:custGeom>
              <a:avLst/>
              <a:gdLst/>
              <a:ahLst/>
              <a:cxnLst/>
              <a:rect r="r" b="b" t="t" l="l"/>
              <a:pathLst>
                <a:path h="128778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128778"/>
                  </a:lnTo>
                  <a:lnTo>
                    <a:pt x="0" y="128778"/>
                  </a:lnTo>
                  <a:close/>
                </a:path>
              </a:pathLst>
            </a:custGeom>
            <a:solidFill>
              <a:srgbClr val="0FFF0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20186" y="8002044"/>
            <a:ext cx="5647632" cy="96564"/>
            <a:chOff x="0" y="0"/>
            <a:chExt cx="7530176" cy="128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30211" cy="128778"/>
            </a:xfrm>
            <a:custGeom>
              <a:avLst/>
              <a:gdLst/>
              <a:ahLst/>
              <a:cxnLst/>
              <a:rect r="r" b="b" t="t" l="l"/>
              <a:pathLst>
                <a:path h="128778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128778"/>
                  </a:lnTo>
                  <a:lnTo>
                    <a:pt x="0" y="128778"/>
                  </a:lnTo>
                  <a:close/>
                </a:path>
              </a:pathLst>
            </a:custGeom>
            <a:solidFill>
              <a:srgbClr val="0FFF0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37925" y="8002044"/>
            <a:ext cx="5647632" cy="96564"/>
            <a:chOff x="0" y="0"/>
            <a:chExt cx="7530176" cy="128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30211" cy="128778"/>
            </a:xfrm>
            <a:custGeom>
              <a:avLst/>
              <a:gdLst/>
              <a:ahLst/>
              <a:cxnLst/>
              <a:rect r="r" b="b" t="t" l="l"/>
              <a:pathLst>
                <a:path h="128778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128778"/>
                  </a:lnTo>
                  <a:lnTo>
                    <a:pt x="0" y="128778"/>
                  </a:lnTo>
                  <a:close/>
                </a:path>
              </a:pathLst>
            </a:custGeom>
            <a:solidFill>
              <a:srgbClr val="0FFF01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740218" y="6485344"/>
            <a:ext cx="1679655" cy="757028"/>
          </a:xfrm>
          <a:custGeom>
            <a:avLst/>
            <a:gdLst/>
            <a:ahLst/>
            <a:cxnLst/>
            <a:rect r="r" b="b" t="t" l="l"/>
            <a:pathLst>
              <a:path h="757028" w="1679655">
                <a:moveTo>
                  <a:pt x="0" y="0"/>
                </a:moveTo>
                <a:lnTo>
                  <a:pt x="1679655" y="0"/>
                </a:lnTo>
                <a:lnTo>
                  <a:pt x="1679655" y="757027"/>
                </a:lnTo>
                <a:lnTo>
                  <a:pt x="0" y="757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1" r="0" b="-14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386507" y="6485344"/>
            <a:ext cx="1880739" cy="745199"/>
          </a:xfrm>
          <a:custGeom>
            <a:avLst/>
            <a:gdLst/>
            <a:ahLst/>
            <a:cxnLst/>
            <a:rect r="r" b="b" t="t" l="l"/>
            <a:pathLst>
              <a:path h="745199" w="1880739">
                <a:moveTo>
                  <a:pt x="0" y="0"/>
                </a:moveTo>
                <a:lnTo>
                  <a:pt x="1880739" y="0"/>
                </a:lnTo>
                <a:lnTo>
                  <a:pt x="1880739" y="745198"/>
                </a:lnTo>
                <a:lnTo>
                  <a:pt x="0" y="745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8" r="0" b="-34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2445" y="4389690"/>
            <a:ext cx="3611715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Kualitas Produk yang terjaga dan dijamin tahan lama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Harga terjangkau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Tidak perlu stok barang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Banyak variasi produk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Modal awal rendah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" y="9931276"/>
            <a:ext cx="5088276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https://www.medicalnewstoday.com/articles/bipolar-disorder-facts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960973" y="3106795"/>
            <a:ext cx="3954229" cy="966191"/>
            <a:chOff x="0" y="0"/>
            <a:chExt cx="5272306" cy="1288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72341" cy="1288279"/>
            </a:xfrm>
            <a:custGeom>
              <a:avLst/>
              <a:gdLst/>
              <a:ahLst/>
              <a:cxnLst/>
              <a:rect r="r" b="b" t="t" l="l"/>
              <a:pathLst>
                <a:path h="1288279" w="5272341">
                  <a:moveTo>
                    <a:pt x="0" y="0"/>
                  </a:moveTo>
                  <a:lnTo>
                    <a:pt x="5272341" y="0"/>
                  </a:lnTo>
                  <a:lnTo>
                    <a:pt x="5272341" y="1288279"/>
                  </a:lnTo>
                  <a:lnTo>
                    <a:pt x="0" y="1288279"/>
                  </a:lnTo>
                  <a:close/>
                </a:path>
              </a:pathLst>
            </a:custGeom>
            <a:solidFill>
              <a:srgbClr val="0FFF0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72306" cy="1288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Weakness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78789" y="3078118"/>
            <a:ext cx="4071590" cy="994868"/>
            <a:chOff x="0" y="0"/>
            <a:chExt cx="5428787" cy="1326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28822" cy="1326515"/>
            </a:xfrm>
            <a:custGeom>
              <a:avLst/>
              <a:gdLst/>
              <a:ahLst/>
              <a:cxnLst/>
              <a:rect r="r" b="b" t="t" l="l"/>
              <a:pathLst>
                <a:path h="1326515" w="5428822">
                  <a:moveTo>
                    <a:pt x="0" y="0"/>
                  </a:moveTo>
                  <a:lnTo>
                    <a:pt x="5428822" y="0"/>
                  </a:lnTo>
                  <a:lnTo>
                    <a:pt x="5428822" y="1326515"/>
                  </a:lnTo>
                  <a:lnTo>
                    <a:pt x="0" y="1326515"/>
                  </a:lnTo>
                  <a:close/>
                </a:path>
              </a:pathLst>
            </a:custGeom>
            <a:solidFill>
              <a:srgbClr val="0FFF0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428787" cy="132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Oppurtunity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78789" y="4199391"/>
            <a:ext cx="4053323" cy="3739441"/>
            <a:chOff x="0" y="0"/>
            <a:chExt cx="7530176" cy="69470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30211" cy="6947027"/>
            </a:xfrm>
            <a:custGeom>
              <a:avLst/>
              <a:gdLst/>
              <a:ahLst/>
              <a:cxnLst/>
              <a:rect r="r" b="b" t="t" l="l"/>
              <a:pathLst>
                <a:path h="6947027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6947027"/>
                  </a:lnTo>
                  <a:lnTo>
                    <a:pt x="0" y="69470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77660" y="4221202"/>
            <a:ext cx="3937542" cy="3632625"/>
            <a:chOff x="0" y="0"/>
            <a:chExt cx="7530176" cy="69470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30211" cy="6947027"/>
            </a:xfrm>
            <a:custGeom>
              <a:avLst/>
              <a:gdLst/>
              <a:ahLst/>
              <a:cxnLst/>
              <a:rect r="r" b="b" t="t" l="l"/>
              <a:pathLst>
                <a:path h="6947027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6947027"/>
                  </a:lnTo>
                  <a:lnTo>
                    <a:pt x="0" y="69470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94063" y="4199391"/>
            <a:ext cx="4053323" cy="3739441"/>
            <a:chOff x="0" y="0"/>
            <a:chExt cx="7530176" cy="69470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30211" cy="6947027"/>
            </a:xfrm>
            <a:custGeom>
              <a:avLst/>
              <a:gdLst/>
              <a:ahLst/>
              <a:cxnLst/>
              <a:rect r="r" b="b" t="t" l="l"/>
              <a:pathLst>
                <a:path h="6947027" w="7530211">
                  <a:moveTo>
                    <a:pt x="0" y="0"/>
                  </a:moveTo>
                  <a:lnTo>
                    <a:pt x="7530211" y="0"/>
                  </a:lnTo>
                  <a:lnTo>
                    <a:pt x="7530211" y="6947027"/>
                  </a:lnTo>
                  <a:lnTo>
                    <a:pt x="0" y="69470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75796" y="3071173"/>
            <a:ext cx="4071590" cy="994868"/>
            <a:chOff x="0" y="0"/>
            <a:chExt cx="5428787" cy="13264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28822" cy="1326515"/>
            </a:xfrm>
            <a:custGeom>
              <a:avLst/>
              <a:gdLst/>
              <a:ahLst/>
              <a:cxnLst/>
              <a:rect r="r" b="b" t="t" l="l"/>
              <a:pathLst>
                <a:path h="1326515" w="5428822">
                  <a:moveTo>
                    <a:pt x="0" y="0"/>
                  </a:moveTo>
                  <a:lnTo>
                    <a:pt x="5428822" y="0"/>
                  </a:lnTo>
                  <a:lnTo>
                    <a:pt x="5428822" y="1326515"/>
                  </a:lnTo>
                  <a:lnTo>
                    <a:pt x="0" y="1326515"/>
                  </a:lnTo>
                  <a:close/>
                </a:path>
              </a:pathLst>
            </a:custGeom>
            <a:solidFill>
              <a:srgbClr val="0FFF0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428787" cy="132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Threat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960973" y="4396882"/>
            <a:ext cx="395422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Salah satu anak perusahaan Nike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Kurangnya diferensiasi/detail produk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 Dropshipper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60713" y="4389690"/>
            <a:ext cx="395422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Persaingan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Pemalsuan produk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78789" y="4389690"/>
            <a:ext cx="395422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Perkembangan dalam jual beli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Fleksibilitas lokasi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Paham akan pemasaran produk lewat digital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166" y="398344"/>
            <a:ext cx="17527086" cy="9480124"/>
          </a:xfrm>
          <a:custGeom>
            <a:avLst/>
            <a:gdLst/>
            <a:ahLst/>
            <a:cxnLst/>
            <a:rect r="r" b="b" t="t" l="l"/>
            <a:pathLst>
              <a:path h="9480124" w="17527086">
                <a:moveTo>
                  <a:pt x="0" y="0"/>
                </a:moveTo>
                <a:lnTo>
                  <a:pt x="17527086" y="0"/>
                </a:lnTo>
                <a:lnTo>
                  <a:pt x="17527086" y="9480125"/>
                </a:lnTo>
                <a:lnTo>
                  <a:pt x="0" y="948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746" y="533374"/>
            <a:ext cx="17156341" cy="9105436"/>
          </a:xfrm>
          <a:custGeom>
            <a:avLst/>
            <a:gdLst/>
            <a:ahLst/>
            <a:cxnLst/>
            <a:rect r="r" b="b" t="t" l="l"/>
            <a:pathLst>
              <a:path h="9105436" w="17156341">
                <a:moveTo>
                  <a:pt x="0" y="0"/>
                </a:moveTo>
                <a:lnTo>
                  <a:pt x="17156341" y="0"/>
                </a:lnTo>
                <a:lnTo>
                  <a:pt x="17156341" y="9105436"/>
                </a:lnTo>
                <a:lnTo>
                  <a:pt x="0" y="9105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148" y="375062"/>
            <a:ext cx="17564385" cy="9512973"/>
          </a:xfrm>
          <a:custGeom>
            <a:avLst/>
            <a:gdLst/>
            <a:ahLst/>
            <a:cxnLst/>
            <a:rect r="r" b="b" t="t" l="l"/>
            <a:pathLst>
              <a:path h="9512973" w="17564385">
                <a:moveTo>
                  <a:pt x="0" y="0"/>
                </a:moveTo>
                <a:lnTo>
                  <a:pt x="17564385" y="0"/>
                </a:lnTo>
                <a:lnTo>
                  <a:pt x="17564385" y="9512973"/>
                </a:lnTo>
                <a:lnTo>
                  <a:pt x="0" y="9512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3145" y="873739"/>
            <a:ext cx="15961709" cy="2193188"/>
            <a:chOff x="0" y="0"/>
            <a:chExt cx="21282279" cy="2924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82276" cy="2924288"/>
            </a:xfrm>
            <a:custGeom>
              <a:avLst/>
              <a:gdLst/>
              <a:ahLst/>
              <a:cxnLst/>
              <a:rect r="r" b="b" t="t" l="l"/>
              <a:pathLst>
                <a:path h="2924288" w="21282276">
                  <a:moveTo>
                    <a:pt x="10268" y="0"/>
                  </a:moveTo>
                  <a:lnTo>
                    <a:pt x="21272009" y="0"/>
                  </a:lnTo>
                  <a:cubicBezTo>
                    <a:pt x="21277759" y="0"/>
                    <a:pt x="21282276" y="3313"/>
                    <a:pt x="21282276" y="7529"/>
                  </a:cubicBezTo>
                  <a:lnTo>
                    <a:pt x="21282276" y="2916767"/>
                  </a:lnTo>
                  <a:cubicBezTo>
                    <a:pt x="21282276" y="2920983"/>
                    <a:pt x="21277759" y="2924288"/>
                    <a:pt x="21272009" y="2924288"/>
                  </a:cubicBezTo>
                  <a:lnTo>
                    <a:pt x="10268" y="2924288"/>
                  </a:lnTo>
                  <a:cubicBezTo>
                    <a:pt x="4518" y="2924288"/>
                    <a:pt x="0" y="2920983"/>
                    <a:pt x="0" y="2916767"/>
                  </a:cubicBezTo>
                  <a:lnTo>
                    <a:pt x="0" y="7529"/>
                  </a:lnTo>
                  <a:cubicBezTo>
                    <a:pt x="0" y="3313"/>
                    <a:pt x="4518" y="0"/>
                    <a:pt x="10268" y="0"/>
                  </a:cubicBezTo>
                  <a:moveTo>
                    <a:pt x="10268" y="15057"/>
                  </a:moveTo>
                  <a:lnTo>
                    <a:pt x="10268" y="7529"/>
                  </a:lnTo>
                  <a:lnTo>
                    <a:pt x="20535" y="7529"/>
                  </a:lnTo>
                  <a:lnTo>
                    <a:pt x="20535" y="2916767"/>
                  </a:lnTo>
                  <a:lnTo>
                    <a:pt x="10268" y="2916767"/>
                  </a:lnTo>
                  <a:lnTo>
                    <a:pt x="10268" y="2909238"/>
                  </a:lnTo>
                  <a:lnTo>
                    <a:pt x="21272009" y="2909238"/>
                  </a:lnTo>
                  <a:lnTo>
                    <a:pt x="21272009" y="2916767"/>
                  </a:lnTo>
                  <a:lnTo>
                    <a:pt x="21261741" y="2916767"/>
                  </a:lnTo>
                  <a:lnTo>
                    <a:pt x="21261741" y="7529"/>
                  </a:lnTo>
                  <a:lnTo>
                    <a:pt x="21272009" y="7529"/>
                  </a:lnTo>
                  <a:lnTo>
                    <a:pt x="21272009" y="15057"/>
                  </a:lnTo>
                  <a:lnTo>
                    <a:pt x="10268" y="150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282279" cy="29242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Implementasi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34928" y="1024608"/>
            <a:ext cx="439712" cy="469752"/>
          </a:xfrm>
          <a:custGeom>
            <a:avLst/>
            <a:gdLst/>
            <a:ahLst/>
            <a:cxnLst/>
            <a:rect r="r" b="b" t="t" l="l"/>
            <a:pathLst>
              <a:path h="469752" w="439712">
                <a:moveTo>
                  <a:pt x="0" y="0"/>
                </a:moveTo>
                <a:lnTo>
                  <a:pt x="439711" y="0"/>
                </a:lnTo>
                <a:lnTo>
                  <a:pt x="439711" y="469752"/>
                </a:lnTo>
                <a:lnTo>
                  <a:pt x="0" y="469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89851" y="941266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89851" y="2791220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4595" y="2753591"/>
            <a:ext cx="615676" cy="626672"/>
          </a:xfrm>
          <a:custGeom>
            <a:avLst/>
            <a:gdLst/>
            <a:ahLst/>
            <a:cxnLst/>
            <a:rect r="r" b="b" t="t" l="l"/>
            <a:pathLst>
              <a:path h="626672" w="615676">
                <a:moveTo>
                  <a:pt x="0" y="0"/>
                </a:moveTo>
                <a:lnTo>
                  <a:pt x="615676" y="0"/>
                </a:lnTo>
                <a:lnTo>
                  <a:pt x="615676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2002" y="3897947"/>
            <a:ext cx="15062853" cy="347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Membuat akun penjual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Tambah produk dan supllier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Aktivasi dropship</a:t>
            </a:r>
          </a:p>
          <a:p>
            <a:pPr algn="l" marL="842010" indent="-421005" lvl="1">
              <a:lnSpc>
                <a:spcPts val="702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Proses pengiriman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" y="9931276"/>
            <a:ext cx="4494362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https://www.verywellhealth.com/manic-definition-5188650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166" y="398344"/>
            <a:ext cx="17527086" cy="9480124"/>
          </a:xfrm>
          <a:custGeom>
            <a:avLst/>
            <a:gdLst/>
            <a:ahLst/>
            <a:cxnLst/>
            <a:rect r="r" b="b" t="t" l="l"/>
            <a:pathLst>
              <a:path h="9480124" w="17527086">
                <a:moveTo>
                  <a:pt x="0" y="0"/>
                </a:moveTo>
                <a:lnTo>
                  <a:pt x="17527086" y="0"/>
                </a:lnTo>
                <a:lnTo>
                  <a:pt x="17527086" y="9480125"/>
                </a:lnTo>
                <a:lnTo>
                  <a:pt x="0" y="948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746" y="533374"/>
            <a:ext cx="17156341" cy="9105436"/>
          </a:xfrm>
          <a:custGeom>
            <a:avLst/>
            <a:gdLst/>
            <a:ahLst/>
            <a:cxnLst/>
            <a:rect r="r" b="b" t="t" l="l"/>
            <a:pathLst>
              <a:path h="9105436" w="17156341">
                <a:moveTo>
                  <a:pt x="0" y="0"/>
                </a:moveTo>
                <a:lnTo>
                  <a:pt x="17156341" y="0"/>
                </a:lnTo>
                <a:lnTo>
                  <a:pt x="17156341" y="9105436"/>
                </a:lnTo>
                <a:lnTo>
                  <a:pt x="0" y="9105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148" y="375062"/>
            <a:ext cx="17564385" cy="9512973"/>
          </a:xfrm>
          <a:custGeom>
            <a:avLst/>
            <a:gdLst/>
            <a:ahLst/>
            <a:cxnLst/>
            <a:rect r="r" b="b" t="t" l="l"/>
            <a:pathLst>
              <a:path h="9512973" w="17564385">
                <a:moveTo>
                  <a:pt x="0" y="0"/>
                </a:moveTo>
                <a:lnTo>
                  <a:pt x="17564385" y="0"/>
                </a:lnTo>
                <a:lnTo>
                  <a:pt x="17564385" y="9512973"/>
                </a:lnTo>
                <a:lnTo>
                  <a:pt x="0" y="9512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3145" y="873739"/>
            <a:ext cx="15961709" cy="2193188"/>
            <a:chOff x="0" y="0"/>
            <a:chExt cx="21282279" cy="29242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82276" cy="2924288"/>
            </a:xfrm>
            <a:custGeom>
              <a:avLst/>
              <a:gdLst/>
              <a:ahLst/>
              <a:cxnLst/>
              <a:rect r="r" b="b" t="t" l="l"/>
              <a:pathLst>
                <a:path h="2924288" w="21282276">
                  <a:moveTo>
                    <a:pt x="10268" y="0"/>
                  </a:moveTo>
                  <a:lnTo>
                    <a:pt x="21272009" y="0"/>
                  </a:lnTo>
                  <a:cubicBezTo>
                    <a:pt x="21277759" y="0"/>
                    <a:pt x="21282276" y="3313"/>
                    <a:pt x="21282276" y="7529"/>
                  </a:cubicBezTo>
                  <a:lnTo>
                    <a:pt x="21282276" y="2916767"/>
                  </a:lnTo>
                  <a:cubicBezTo>
                    <a:pt x="21282276" y="2920983"/>
                    <a:pt x="21277759" y="2924288"/>
                    <a:pt x="21272009" y="2924288"/>
                  </a:cubicBezTo>
                  <a:lnTo>
                    <a:pt x="10268" y="2924288"/>
                  </a:lnTo>
                  <a:cubicBezTo>
                    <a:pt x="4518" y="2924288"/>
                    <a:pt x="0" y="2920983"/>
                    <a:pt x="0" y="2916767"/>
                  </a:cubicBezTo>
                  <a:lnTo>
                    <a:pt x="0" y="7529"/>
                  </a:lnTo>
                  <a:cubicBezTo>
                    <a:pt x="0" y="3313"/>
                    <a:pt x="4518" y="0"/>
                    <a:pt x="10268" y="0"/>
                  </a:cubicBezTo>
                  <a:moveTo>
                    <a:pt x="10268" y="15057"/>
                  </a:moveTo>
                  <a:lnTo>
                    <a:pt x="10268" y="7529"/>
                  </a:lnTo>
                  <a:lnTo>
                    <a:pt x="20535" y="7529"/>
                  </a:lnTo>
                  <a:lnTo>
                    <a:pt x="20535" y="2916767"/>
                  </a:lnTo>
                  <a:lnTo>
                    <a:pt x="10268" y="2916767"/>
                  </a:lnTo>
                  <a:lnTo>
                    <a:pt x="10268" y="2909238"/>
                  </a:lnTo>
                  <a:lnTo>
                    <a:pt x="21272009" y="2909238"/>
                  </a:lnTo>
                  <a:lnTo>
                    <a:pt x="21272009" y="2916767"/>
                  </a:lnTo>
                  <a:lnTo>
                    <a:pt x="21261741" y="2916767"/>
                  </a:lnTo>
                  <a:lnTo>
                    <a:pt x="21261741" y="7529"/>
                  </a:lnTo>
                  <a:lnTo>
                    <a:pt x="21272009" y="7529"/>
                  </a:lnTo>
                  <a:lnTo>
                    <a:pt x="21272009" y="15057"/>
                  </a:lnTo>
                  <a:lnTo>
                    <a:pt x="10268" y="150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282279" cy="29242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000000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Distribusi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34928" y="1024608"/>
            <a:ext cx="439712" cy="469752"/>
          </a:xfrm>
          <a:custGeom>
            <a:avLst/>
            <a:gdLst/>
            <a:ahLst/>
            <a:cxnLst/>
            <a:rect r="r" b="b" t="t" l="l"/>
            <a:pathLst>
              <a:path h="469752" w="439712">
                <a:moveTo>
                  <a:pt x="0" y="0"/>
                </a:moveTo>
                <a:lnTo>
                  <a:pt x="439711" y="0"/>
                </a:lnTo>
                <a:lnTo>
                  <a:pt x="439711" y="469752"/>
                </a:lnTo>
                <a:lnTo>
                  <a:pt x="0" y="469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89851" y="941266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89851" y="2791220"/>
            <a:ext cx="615677" cy="626672"/>
          </a:xfrm>
          <a:custGeom>
            <a:avLst/>
            <a:gdLst/>
            <a:ahLst/>
            <a:cxnLst/>
            <a:rect r="r" b="b" t="t" l="l"/>
            <a:pathLst>
              <a:path h="626672" w="615677">
                <a:moveTo>
                  <a:pt x="0" y="0"/>
                </a:moveTo>
                <a:lnTo>
                  <a:pt x="615677" y="0"/>
                </a:lnTo>
                <a:lnTo>
                  <a:pt x="615677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4595" y="2753591"/>
            <a:ext cx="615676" cy="626672"/>
          </a:xfrm>
          <a:custGeom>
            <a:avLst/>
            <a:gdLst/>
            <a:ahLst/>
            <a:cxnLst/>
            <a:rect r="r" b="b" t="t" l="l"/>
            <a:pathLst>
              <a:path h="626672" w="615676">
                <a:moveTo>
                  <a:pt x="0" y="0"/>
                </a:moveTo>
                <a:lnTo>
                  <a:pt x="615676" y="0"/>
                </a:lnTo>
                <a:lnTo>
                  <a:pt x="615676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89054" y="6058787"/>
            <a:ext cx="4756033" cy="3199513"/>
          </a:xfrm>
          <a:custGeom>
            <a:avLst/>
            <a:gdLst/>
            <a:ahLst/>
            <a:cxnLst/>
            <a:rect r="r" b="b" t="t" l="l"/>
            <a:pathLst>
              <a:path h="3199513" w="4756033">
                <a:moveTo>
                  <a:pt x="0" y="0"/>
                </a:moveTo>
                <a:lnTo>
                  <a:pt x="4756033" y="0"/>
                </a:lnTo>
                <a:lnTo>
                  <a:pt x="4756033" y="3199513"/>
                </a:lnTo>
                <a:lnTo>
                  <a:pt x="0" y="31995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74639" y="1069512"/>
            <a:ext cx="2566772" cy="1997415"/>
          </a:xfrm>
          <a:custGeom>
            <a:avLst/>
            <a:gdLst/>
            <a:ahLst/>
            <a:cxnLst/>
            <a:rect r="r" b="b" t="t" l="l"/>
            <a:pathLst>
              <a:path h="1997415" w="2566772">
                <a:moveTo>
                  <a:pt x="0" y="0"/>
                </a:moveTo>
                <a:lnTo>
                  <a:pt x="2566772" y="0"/>
                </a:lnTo>
                <a:lnTo>
                  <a:pt x="2566772" y="1997415"/>
                </a:lnTo>
                <a:lnTo>
                  <a:pt x="0" y="1997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41614" y="5509577"/>
            <a:ext cx="1604772" cy="2057400"/>
          </a:xfrm>
          <a:custGeom>
            <a:avLst/>
            <a:gdLst/>
            <a:ahLst/>
            <a:cxnLst/>
            <a:rect r="r" b="b" t="t" l="l"/>
            <a:pathLst>
              <a:path h="2057400" w="1604772">
                <a:moveTo>
                  <a:pt x="0" y="0"/>
                </a:moveTo>
                <a:lnTo>
                  <a:pt x="1604772" y="0"/>
                </a:lnTo>
                <a:lnTo>
                  <a:pt x="16047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12573" y="3850322"/>
            <a:ext cx="15062853" cy="292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46529" indent="-723265" lvl="1">
              <a:lnSpc>
                <a:spcPts val="12059"/>
              </a:lnSpc>
              <a:buFont typeface="Arial"/>
              <a:buChar char="•"/>
            </a:pPr>
            <a:r>
              <a:rPr lang="en-US" sz="66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Order lewat toko online</a:t>
            </a:r>
          </a:p>
          <a:p>
            <a:pPr algn="l" marL="1446529" indent="-723265" lvl="1">
              <a:lnSpc>
                <a:spcPts val="12059"/>
              </a:lnSpc>
              <a:buFont typeface="Arial"/>
              <a:buChar char="•"/>
            </a:pPr>
            <a:r>
              <a:rPr lang="en-US" sz="66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Via WA, IG, TIKTOK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" y="9931276"/>
            <a:ext cx="4494362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https://www.verywellhealth.com/manic-definition-5188650</a:t>
            </a:r>
          </a:p>
        </p:txBody>
      </p:sp>
    </p:spTree>
  </p:cSld>
  <p:clrMapOvr>
    <a:masterClrMapping/>
  </p:clrMapOvr>
  <p:transition spd="fast">
    <p:cover dir="r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144" y="8158806"/>
            <a:ext cx="18776290" cy="2333776"/>
          </a:xfrm>
          <a:custGeom>
            <a:avLst/>
            <a:gdLst/>
            <a:ahLst/>
            <a:cxnLst/>
            <a:rect r="r" b="b" t="t" l="l"/>
            <a:pathLst>
              <a:path h="2333776" w="18776290">
                <a:moveTo>
                  <a:pt x="0" y="0"/>
                </a:moveTo>
                <a:lnTo>
                  <a:pt x="18776290" y="0"/>
                </a:lnTo>
                <a:lnTo>
                  <a:pt x="18776290" y="2333776"/>
                </a:lnTo>
                <a:lnTo>
                  <a:pt x="0" y="233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82" r="0" b="-182"/>
            </a:stretch>
          </a:blipFill>
        </p:spPr>
      </p:sp>
      <p:sp>
        <p:nvSpPr>
          <p:cNvPr name="Freeform 3" id="3" descr="A picture containing text  Description automatically generated"/>
          <p:cNvSpPr/>
          <p:nvPr/>
        </p:nvSpPr>
        <p:spPr>
          <a:xfrm flipH="false" flipV="false" rot="0">
            <a:off x="16825410" y="423734"/>
            <a:ext cx="1056442" cy="2641107"/>
          </a:xfrm>
          <a:custGeom>
            <a:avLst/>
            <a:gdLst/>
            <a:ahLst/>
            <a:cxnLst/>
            <a:rect r="r" b="b" t="t" l="l"/>
            <a:pathLst>
              <a:path h="2641107" w="1056442">
                <a:moveTo>
                  <a:pt x="0" y="0"/>
                </a:moveTo>
                <a:lnTo>
                  <a:pt x="1056442" y="0"/>
                </a:lnTo>
                <a:lnTo>
                  <a:pt x="1056442" y="2641107"/>
                </a:lnTo>
                <a:lnTo>
                  <a:pt x="0" y="2641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58975" y="-9525"/>
            <a:ext cx="3638550" cy="4002964"/>
            <a:chOff x="0" y="0"/>
            <a:chExt cx="4851400" cy="5337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4826000" cy="5311902"/>
            </a:xfrm>
            <a:custGeom>
              <a:avLst/>
              <a:gdLst/>
              <a:ahLst/>
              <a:cxnLst/>
              <a:rect r="r" b="b" t="t" l="l"/>
              <a:pathLst>
                <a:path h="5311902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5311902"/>
                  </a:lnTo>
                  <a:lnTo>
                    <a:pt x="0" y="531190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51400" cy="5337302"/>
            </a:xfrm>
            <a:custGeom>
              <a:avLst/>
              <a:gdLst/>
              <a:ahLst/>
              <a:cxnLst/>
              <a:rect r="r" b="b" t="t" l="l"/>
              <a:pathLst>
                <a:path h="5337302" w="4851400">
                  <a:moveTo>
                    <a:pt x="12700" y="0"/>
                  </a:moveTo>
                  <a:lnTo>
                    <a:pt x="4838700" y="0"/>
                  </a:lnTo>
                  <a:cubicBezTo>
                    <a:pt x="4845685" y="0"/>
                    <a:pt x="4851400" y="5715"/>
                    <a:pt x="4851400" y="12700"/>
                  </a:cubicBezTo>
                  <a:lnTo>
                    <a:pt x="4851400" y="5324602"/>
                  </a:lnTo>
                  <a:cubicBezTo>
                    <a:pt x="4851400" y="5331587"/>
                    <a:pt x="4845685" y="5337302"/>
                    <a:pt x="4838700" y="5337302"/>
                  </a:cubicBezTo>
                  <a:lnTo>
                    <a:pt x="12700" y="5337302"/>
                  </a:lnTo>
                  <a:cubicBezTo>
                    <a:pt x="5715" y="5337302"/>
                    <a:pt x="0" y="5331587"/>
                    <a:pt x="0" y="532460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324602"/>
                  </a:lnTo>
                  <a:lnTo>
                    <a:pt x="12700" y="5324602"/>
                  </a:lnTo>
                  <a:lnTo>
                    <a:pt x="12700" y="5311902"/>
                  </a:lnTo>
                  <a:lnTo>
                    <a:pt x="4838700" y="5311902"/>
                  </a:lnTo>
                  <a:lnTo>
                    <a:pt x="4838700" y="5324602"/>
                  </a:lnTo>
                  <a:lnTo>
                    <a:pt x="4826000" y="5324602"/>
                  </a:lnTo>
                  <a:lnTo>
                    <a:pt x="4826000" y="12700"/>
                  </a:lnTo>
                  <a:lnTo>
                    <a:pt x="4838700" y="12700"/>
                  </a:lnTo>
                  <a:lnTo>
                    <a:pt x="4838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 descr="A picture containing text, electronics, display, computer  Description automatically generated"/>
          <p:cNvSpPr/>
          <p:nvPr/>
        </p:nvSpPr>
        <p:spPr>
          <a:xfrm flipH="false" flipV="false" rot="0">
            <a:off x="13413987" y="2438034"/>
            <a:ext cx="3582002" cy="5428258"/>
          </a:xfrm>
          <a:custGeom>
            <a:avLst/>
            <a:gdLst/>
            <a:ahLst/>
            <a:cxnLst/>
            <a:rect r="r" b="b" t="t" l="l"/>
            <a:pathLst>
              <a:path h="5428258" w="3582002">
                <a:moveTo>
                  <a:pt x="0" y="0"/>
                </a:moveTo>
                <a:lnTo>
                  <a:pt x="3582002" y="0"/>
                </a:lnTo>
                <a:lnTo>
                  <a:pt x="3582002" y="5428258"/>
                </a:lnTo>
                <a:lnTo>
                  <a:pt x="0" y="5428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780592" y="6981376"/>
            <a:ext cx="382659" cy="42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47215" y="6981375"/>
            <a:ext cx="2121118" cy="42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RACING THOUGHTS</a:t>
            </a:r>
          </a:p>
        </p:txBody>
      </p:sp>
      <p:sp>
        <p:nvSpPr>
          <p:cNvPr name="Freeform 10" id="10" descr="A picture containing text, opener  Description automatically generated"/>
          <p:cNvSpPr/>
          <p:nvPr/>
        </p:nvSpPr>
        <p:spPr>
          <a:xfrm flipH="false" flipV="false" rot="0">
            <a:off x="13886794" y="2806117"/>
            <a:ext cx="2636388" cy="3346185"/>
          </a:xfrm>
          <a:custGeom>
            <a:avLst/>
            <a:gdLst/>
            <a:ahLst/>
            <a:cxnLst/>
            <a:rect r="r" b="b" t="t" l="l"/>
            <a:pathLst>
              <a:path h="3346185" w="2636388">
                <a:moveTo>
                  <a:pt x="0" y="0"/>
                </a:moveTo>
                <a:lnTo>
                  <a:pt x="2636388" y="0"/>
                </a:lnTo>
                <a:lnTo>
                  <a:pt x="2636388" y="3346185"/>
                </a:lnTo>
                <a:lnTo>
                  <a:pt x="0" y="334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0303"/>
            </a:stretch>
          </a:blipFill>
        </p:spPr>
      </p:sp>
      <p:sp>
        <p:nvSpPr>
          <p:cNvPr name="Freeform 11" id="11" descr="A picture containing text, electronics, display, computer  Description automatically generated"/>
          <p:cNvSpPr/>
          <p:nvPr/>
        </p:nvSpPr>
        <p:spPr>
          <a:xfrm flipH="false" flipV="false" rot="0">
            <a:off x="1290618" y="2438034"/>
            <a:ext cx="3582001" cy="5428258"/>
          </a:xfrm>
          <a:custGeom>
            <a:avLst/>
            <a:gdLst/>
            <a:ahLst/>
            <a:cxnLst/>
            <a:rect r="r" b="b" t="t" l="l"/>
            <a:pathLst>
              <a:path h="5428258" w="3582001">
                <a:moveTo>
                  <a:pt x="0" y="0"/>
                </a:moveTo>
                <a:lnTo>
                  <a:pt x="3582001" y="0"/>
                </a:lnTo>
                <a:lnTo>
                  <a:pt x="3582001" y="5428258"/>
                </a:lnTo>
                <a:lnTo>
                  <a:pt x="0" y="5428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4437" y="6981376"/>
            <a:ext cx="368232" cy="42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23846" y="6981375"/>
            <a:ext cx="2036958" cy="42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RISKY BEHAVIOUR</a:t>
            </a:r>
          </a:p>
        </p:txBody>
      </p:sp>
      <p:sp>
        <p:nvSpPr>
          <p:cNvPr name="Freeform 14" id="14" descr="A picture containing text, athletic game, basketball, sport  Description automatically generated"/>
          <p:cNvSpPr/>
          <p:nvPr/>
        </p:nvSpPr>
        <p:spPr>
          <a:xfrm flipH="false" flipV="false" rot="0">
            <a:off x="1697693" y="2763153"/>
            <a:ext cx="2862796" cy="3389148"/>
          </a:xfrm>
          <a:custGeom>
            <a:avLst/>
            <a:gdLst/>
            <a:ahLst/>
            <a:cxnLst/>
            <a:rect r="r" b="b" t="t" l="l"/>
            <a:pathLst>
              <a:path h="3389148" w="2862796">
                <a:moveTo>
                  <a:pt x="0" y="0"/>
                </a:moveTo>
                <a:lnTo>
                  <a:pt x="2862796" y="0"/>
                </a:lnTo>
                <a:lnTo>
                  <a:pt x="2862796" y="3389149"/>
                </a:lnTo>
                <a:lnTo>
                  <a:pt x="0" y="3389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3" b="-32187"/>
            </a:stretch>
          </a:blipFill>
        </p:spPr>
      </p:sp>
      <p:sp>
        <p:nvSpPr>
          <p:cNvPr name="Freeform 15" id="15" descr="A picture containing text, electronics, display, computer  Description automatically generated"/>
          <p:cNvSpPr/>
          <p:nvPr/>
        </p:nvSpPr>
        <p:spPr>
          <a:xfrm flipH="false" flipV="false" rot="0">
            <a:off x="-4197423" y="2438034"/>
            <a:ext cx="3582001" cy="5428258"/>
          </a:xfrm>
          <a:custGeom>
            <a:avLst/>
            <a:gdLst/>
            <a:ahLst/>
            <a:cxnLst/>
            <a:rect r="r" b="b" t="t" l="l"/>
            <a:pathLst>
              <a:path h="5428258" w="3582001">
                <a:moveTo>
                  <a:pt x="0" y="0"/>
                </a:moveTo>
                <a:lnTo>
                  <a:pt x="3582001" y="0"/>
                </a:lnTo>
                <a:lnTo>
                  <a:pt x="3582001" y="5428258"/>
                </a:lnTo>
                <a:lnTo>
                  <a:pt x="0" y="5428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 descr="A picture containing text, electronics, display, computer  Description automatically generated"/>
          <p:cNvSpPr/>
          <p:nvPr/>
        </p:nvSpPr>
        <p:spPr>
          <a:xfrm flipH="false" flipV="false" rot="0">
            <a:off x="6521796" y="1374754"/>
            <a:ext cx="5244408" cy="7947512"/>
          </a:xfrm>
          <a:custGeom>
            <a:avLst/>
            <a:gdLst/>
            <a:ahLst/>
            <a:cxnLst/>
            <a:rect r="r" b="b" t="t" l="l"/>
            <a:pathLst>
              <a:path h="7947512" w="5244408">
                <a:moveTo>
                  <a:pt x="0" y="0"/>
                </a:moveTo>
                <a:lnTo>
                  <a:pt x="5244408" y="0"/>
                </a:lnTo>
                <a:lnTo>
                  <a:pt x="5244408" y="7947512"/>
                </a:lnTo>
                <a:lnTo>
                  <a:pt x="0" y="7947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86024" y="8019387"/>
            <a:ext cx="505290" cy="60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0"/>
            <a:ext cx="18297525" cy="10292358"/>
            <a:chOff x="0" y="0"/>
            <a:chExt cx="24384000" cy="137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000"/>
                  </a:srgbClr>
                </a:gs>
                <a:gs pos="40000">
                  <a:srgbClr val="000000">
                    <a:alpha val="100000"/>
                  </a:srgbClr>
                </a:gs>
                <a:gs pos="6100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02906" y="-2000927"/>
            <a:ext cx="808152" cy="5912919"/>
            <a:chOff x="0" y="0"/>
            <a:chExt cx="1077536" cy="7883892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0" y="0"/>
              <a:ext cx="1077536" cy="7883892"/>
              <a:chOff x="0" y="0"/>
              <a:chExt cx="1077536" cy="788389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77595" cy="7883906"/>
              </a:xfrm>
              <a:custGeom>
                <a:avLst/>
                <a:gdLst/>
                <a:ahLst/>
                <a:cxnLst/>
                <a:rect r="r" b="b" t="t" l="l"/>
                <a:pathLst>
                  <a:path h="7883906" w="1077595">
                    <a:moveTo>
                      <a:pt x="538734" y="0"/>
                    </a:moveTo>
                    <a:lnTo>
                      <a:pt x="538734" y="12700"/>
                    </a:lnTo>
                    <a:lnTo>
                      <a:pt x="538734" y="0"/>
                    </a:lnTo>
                    <a:lnTo>
                      <a:pt x="538734" y="12700"/>
                    </a:lnTo>
                    <a:lnTo>
                      <a:pt x="538734" y="0"/>
                    </a:lnTo>
                    <a:cubicBezTo>
                      <a:pt x="836549" y="0"/>
                      <a:pt x="1077595" y="246380"/>
                      <a:pt x="1077595" y="549783"/>
                    </a:cubicBezTo>
                    <a:lnTo>
                      <a:pt x="1077595" y="7871206"/>
                    </a:lnTo>
                    <a:cubicBezTo>
                      <a:pt x="1077595" y="7878191"/>
                      <a:pt x="1071880" y="7883906"/>
                      <a:pt x="1064895" y="7883906"/>
                    </a:cubicBezTo>
                    <a:lnTo>
                      <a:pt x="12700" y="7883906"/>
                    </a:lnTo>
                    <a:cubicBezTo>
                      <a:pt x="5715" y="7883906"/>
                      <a:pt x="0" y="7878191"/>
                      <a:pt x="0" y="7871206"/>
                    </a:cubicBezTo>
                    <a:lnTo>
                      <a:pt x="0" y="549783"/>
                    </a:lnTo>
                    <a:lnTo>
                      <a:pt x="12700" y="549783"/>
                    </a:lnTo>
                    <a:lnTo>
                      <a:pt x="0" y="549783"/>
                    </a:lnTo>
                    <a:cubicBezTo>
                      <a:pt x="0" y="246380"/>
                      <a:pt x="240919" y="0"/>
                      <a:pt x="538734" y="0"/>
                    </a:cubicBezTo>
                    <a:cubicBezTo>
                      <a:pt x="542671" y="0"/>
                      <a:pt x="546354" y="1778"/>
                      <a:pt x="548767" y="4826"/>
                    </a:cubicBezTo>
                    <a:lnTo>
                      <a:pt x="538734" y="12700"/>
                    </a:lnTo>
                    <a:lnTo>
                      <a:pt x="538734" y="0"/>
                    </a:lnTo>
                    <a:moveTo>
                      <a:pt x="538734" y="25400"/>
                    </a:moveTo>
                    <a:cubicBezTo>
                      <a:pt x="534797" y="25400"/>
                      <a:pt x="531114" y="23622"/>
                      <a:pt x="528701" y="20574"/>
                    </a:cubicBezTo>
                    <a:lnTo>
                      <a:pt x="538734" y="12700"/>
                    </a:lnTo>
                    <a:lnTo>
                      <a:pt x="538734" y="25400"/>
                    </a:lnTo>
                    <a:cubicBezTo>
                      <a:pt x="255524" y="25400"/>
                      <a:pt x="25400" y="259842"/>
                      <a:pt x="25400" y="549783"/>
                    </a:cubicBezTo>
                    <a:lnTo>
                      <a:pt x="25400" y="7871206"/>
                    </a:lnTo>
                    <a:lnTo>
                      <a:pt x="12700" y="7871206"/>
                    </a:lnTo>
                    <a:lnTo>
                      <a:pt x="12700" y="7858506"/>
                    </a:lnTo>
                    <a:lnTo>
                      <a:pt x="1064895" y="7858506"/>
                    </a:lnTo>
                    <a:lnTo>
                      <a:pt x="1064895" y="7871206"/>
                    </a:lnTo>
                    <a:lnTo>
                      <a:pt x="1052195" y="7871206"/>
                    </a:lnTo>
                    <a:lnTo>
                      <a:pt x="1052195" y="549783"/>
                    </a:lnTo>
                    <a:lnTo>
                      <a:pt x="1064895" y="549783"/>
                    </a:lnTo>
                    <a:lnTo>
                      <a:pt x="1052195" y="549783"/>
                    </a:lnTo>
                    <a:cubicBezTo>
                      <a:pt x="1052195" y="259842"/>
                      <a:pt x="822071" y="25400"/>
                      <a:pt x="538734" y="254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-3259178" y="3409456"/>
              <a:ext cx="7678932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Chuck 70 </a:t>
              </a:r>
            </a:p>
          </p:txBody>
        </p:sp>
      </p:grpSp>
      <p:sp>
        <p:nvSpPr>
          <p:cNvPr name="Freeform 24" id="24" descr="A picture containing text  Description automatically generated"/>
          <p:cNvSpPr/>
          <p:nvPr/>
        </p:nvSpPr>
        <p:spPr>
          <a:xfrm flipH="false" flipV="false" rot="0">
            <a:off x="16825410" y="423734"/>
            <a:ext cx="1056442" cy="2641107"/>
          </a:xfrm>
          <a:custGeom>
            <a:avLst/>
            <a:gdLst/>
            <a:ahLst/>
            <a:cxnLst/>
            <a:rect r="r" b="b" t="t" l="l"/>
            <a:pathLst>
              <a:path h="2641107" w="1056442">
                <a:moveTo>
                  <a:pt x="0" y="0"/>
                </a:moveTo>
                <a:lnTo>
                  <a:pt x="1056442" y="0"/>
                </a:lnTo>
                <a:lnTo>
                  <a:pt x="1056442" y="2641107"/>
                </a:lnTo>
                <a:lnTo>
                  <a:pt x="0" y="2641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 descr="A picture containing text, businesscard, picture frame  Description automatically generated"/>
          <p:cNvSpPr/>
          <p:nvPr/>
        </p:nvSpPr>
        <p:spPr>
          <a:xfrm flipH="false" flipV="false" rot="0">
            <a:off x="3914368" y="4646122"/>
            <a:ext cx="1655240" cy="928171"/>
          </a:xfrm>
          <a:custGeom>
            <a:avLst/>
            <a:gdLst/>
            <a:ahLst/>
            <a:cxnLst/>
            <a:rect r="r" b="b" t="t" l="l"/>
            <a:pathLst>
              <a:path h="928171" w="1655240">
                <a:moveTo>
                  <a:pt x="0" y="0"/>
                </a:moveTo>
                <a:lnTo>
                  <a:pt x="1655240" y="0"/>
                </a:lnTo>
                <a:lnTo>
                  <a:pt x="1655240" y="928172"/>
                </a:lnTo>
                <a:lnTo>
                  <a:pt x="0" y="9281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 descr="A picture containing text, businesscard, picture frame  Description automatically generated"/>
          <p:cNvSpPr/>
          <p:nvPr/>
        </p:nvSpPr>
        <p:spPr>
          <a:xfrm flipH="true" flipV="false" rot="0">
            <a:off x="12718392" y="4646122"/>
            <a:ext cx="1655239" cy="928171"/>
          </a:xfrm>
          <a:custGeom>
            <a:avLst/>
            <a:gdLst/>
            <a:ahLst/>
            <a:cxnLst/>
            <a:rect r="r" b="b" t="t" l="l"/>
            <a:pathLst>
              <a:path h="928171" w="1655239">
                <a:moveTo>
                  <a:pt x="1655240" y="0"/>
                </a:moveTo>
                <a:lnTo>
                  <a:pt x="0" y="0"/>
                </a:lnTo>
                <a:lnTo>
                  <a:pt x="0" y="928172"/>
                </a:lnTo>
                <a:lnTo>
                  <a:pt x="1655240" y="928172"/>
                </a:lnTo>
                <a:lnTo>
                  <a:pt x="165524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1440" y="9931276"/>
            <a:ext cx="4597756" cy="2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0CEC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Source: https://my.clevelandclinic.org/health/diseases/21603-mania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169683" y="1164736"/>
            <a:ext cx="6847799" cy="6701556"/>
          </a:xfrm>
          <a:custGeom>
            <a:avLst/>
            <a:gdLst/>
            <a:ahLst/>
            <a:cxnLst/>
            <a:rect r="r" b="b" t="t" l="l"/>
            <a:pathLst>
              <a:path h="6701556" w="6847799">
                <a:moveTo>
                  <a:pt x="0" y="0"/>
                </a:moveTo>
                <a:lnTo>
                  <a:pt x="6847799" y="0"/>
                </a:lnTo>
                <a:lnTo>
                  <a:pt x="6847799" y="6701556"/>
                </a:lnTo>
                <a:lnTo>
                  <a:pt x="0" y="6701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86" t="0" r="-258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992108" y="8019385"/>
            <a:ext cx="223893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IDR,499.977,-</a:t>
            </a:r>
          </a:p>
        </p:txBody>
      </p:sp>
    </p:spTree>
  </p:cSld>
  <p:clrMapOvr>
    <a:masterClrMapping/>
  </p:clrMapOvr>
  <p:transition spd="fast">
    <p:cover dir="r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42702" y="5896204"/>
            <a:ext cx="1202595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22478" y="5896204"/>
            <a:ext cx="1443045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9027" y="5896204"/>
            <a:ext cx="1709946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89027" y="5896204"/>
            <a:ext cx="1709946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17879" y="5896204"/>
            <a:ext cx="165224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87824" y="5896204"/>
            <a:ext cx="1712351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17239" y="4829298"/>
            <a:ext cx="905523" cy="628406"/>
            <a:chOff x="0" y="0"/>
            <a:chExt cx="1207364" cy="837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0229" y="5896204"/>
            <a:ext cx="1707542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17239" y="4829298"/>
            <a:ext cx="905523" cy="628406"/>
            <a:chOff x="0" y="0"/>
            <a:chExt cx="1207364" cy="837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69243" y="4829298"/>
            <a:ext cx="905523" cy="628406"/>
            <a:chOff x="0" y="0"/>
            <a:chExt cx="1207364" cy="8378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39520" y="5896204"/>
            <a:ext cx="1608957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17239" y="4829298"/>
            <a:ext cx="905523" cy="628406"/>
            <a:chOff x="0" y="0"/>
            <a:chExt cx="1207364" cy="837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69243" y="4829298"/>
            <a:ext cx="905523" cy="628406"/>
            <a:chOff x="0" y="0"/>
            <a:chExt cx="1207364" cy="8378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21247" y="4829298"/>
            <a:ext cx="905523" cy="628406"/>
            <a:chOff x="0" y="0"/>
            <a:chExt cx="1207364" cy="8378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87824" y="5896204"/>
            <a:ext cx="1712349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17239" y="4829298"/>
            <a:ext cx="905523" cy="628406"/>
            <a:chOff x="0" y="0"/>
            <a:chExt cx="1207364" cy="837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69243" y="4829298"/>
            <a:ext cx="905523" cy="628406"/>
            <a:chOff x="0" y="0"/>
            <a:chExt cx="1207364" cy="8378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21247" y="4829298"/>
            <a:ext cx="905523" cy="628406"/>
            <a:chOff x="0" y="0"/>
            <a:chExt cx="1207364" cy="8378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73251" y="4829298"/>
            <a:ext cx="905523" cy="628406"/>
            <a:chOff x="0" y="0"/>
            <a:chExt cx="1207364" cy="8378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87824" y="5896204"/>
            <a:ext cx="1712349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90%</a:t>
            </a:r>
          </a:p>
        </p:txBody>
      </p:sp>
    </p:spTree>
  </p:cSld>
  <p:clrMapOvr>
    <a:masterClrMapping/>
  </p:clrMapOvr>
  <p:transition spd="fast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Background pattern  Description automatically generated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94" y="547540"/>
            <a:ext cx="17124604" cy="9086481"/>
          </a:xfrm>
          <a:custGeom>
            <a:avLst/>
            <a:gdLst/>
            <a:ahLst/>
            <a:cxnLst/>
            <a:rect r="r" b="b" t="t" l="l"/>
            <a:pathLst>
              <a:path h="9086481" w="17124604">
                <a:moveTo>
                  <a:pt x="0" y="0"/>
                </a:moveTo>
                <a:lnTo>
                  <a:pt x="17124604" y="0"/>
                </a:lnTo>
                <a:lnTo>
                  <a:pt x="17124604" y="9086482"/>
                </a:lnTo>
                <a:lnTo>
                  <a:pt x="0" y="9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0457" y="394184"/>
            <a:ext cx="17527086" cy="9493841"/>
          </a:xfrm>
          <a:custGeom>
            <a:avLst/>
            <a:gdLst/>
            <a:ahLst/>
            <a:cxnLst/>
            <a:rect r="r" b="b" t="t" l="l"/>
            <a:pathLst>
              <a:path h="9493841" w="17527086">
                <a:moveTo>
                  <a:pt x="0" y="0"/>
                </a:moveTo>
                <a:lnTo>
                  <a:pt x="17527086" y="0"/>
                </a:lnTo>
                <a:lnTo>
                  <a:pt x="17527086" y="9493840"/>
                </a:lnTo>
                <a:lnTo>
                  <a:pt x="0" y="9493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0462" y="395252"/>
            <a:ext cx="17527072" cy="9492783"/>
          </a:xfrm>
          <a:custGeom>
            <a:avLst/>
            <a:gdLst/>
            <a:ahLst/>
            <a:cxnLst/>
            <a:rect r="r" b="b" t="t" l="l"/>
            <a:pathLst>
              <a:path h="9492783" w="17527072">
                <a:moveTo>
                  <a:pt x="0" y="0"/>
                </a:moveTo>
                <a:lnTo>
                  <a:pt x="17527073" y="0"/>
                </a:lnTo>
                <a:lnTo>
                  <a:pt x="17527073" y="9492783"/>
                </a:lnTo>
                <a:lnTo>
                  <a:pt x="0" y="9492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957219" y="4829298"/>
            <a:ext cx="905523" cy="628406"/>
            <a:chOff x="0" y="0"/>
            <a:chExt cx="1207364" cy="837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09223" y="4829298"/>
            <a:ext cx="905523" cy="628406"/>
            <a:chOff x="0" y="0"/>
            <a:chExt cx="1207364" cy="8378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1227" y="4829298"/>
            <a:ext cx="905523" cy="628406"/>
            <a:chOff x="0" y="0"/>
            <a:chExt cx="1207364" cy="8378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13231" y="4829298"/>
            <a:ext cx="905523" cy="628406"/>
            <a:chOff x="0" y="0"/>
            <a:chExt cx="1207364" cy="837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65235" y="4829298"/>
            <a:ext cx="905523" cy="628406"/>
            <a:chOff x="0" y="0"/>
            <a:chExt cx="1207364" cy="83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17239" y="4829298"/>
            <a:ext cx="905523" cy="628406"/>
            <a:chOff x="0" y="0"/>
            <a:chExt cx="1207364" cy="837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69243" y="4829298"/>
            <a:ext cx="905523" cy="628406"/>
            <a:chOff x="0" y="0"/>
            <a:chExt cx="1207364" cy="8378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21247" y="4829298"/>
            <a:ext cx="905523" cy="628406"/>
            <a:chOff x="0" y="0"/>
            <a:chExt cx="1207364" cy="8378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73251" y="4829298"/>
            <a:ext cx="905523" cy="628406"/>
            <a:chOff x="0" y="0"/>
            <a:chExt cx="1207364" cy="8378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425255" y="4829298"/>
            <a:ext cx="905523" cy="628406"/>
            <a:chOff x="0" y="0"/>
            <a:chExt cx="1207364" cy="8378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7389" cy="837819"/>
            </a:xfrm>
            <a:custGeom>
              <a:avLst/>
              <a:gdLst/>
              <a:ahLst/>
              <a:cxnLst/>
              <a:rect r="r" b="b" t="t" l="l"/>
              <a:pathLst>
                <a:path h="837819" w="1207389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1028700" y="0"/>
                  </a:lnTo>
                  <a:cubicBezTo>
                    <a:pt x="1127379" y="0"/>
                    <a:pt x="1207389" y="80010"/>
                    <a:pt x="1207389" y="178689"/>
                  </a:cubicBezTo>
                  <a:lnTo>
                    <a:pt x="1207389" y="659130"/>
                  </a:lnTo>
                  <a:cubicBezTo>
                    <a:pt x="1207389" y="757809"/>
                    <a:pt x="1127379" y="837819"/>
                    <a:pt x="1028700" y="837819"/>
                  </a:cubicBezTo>
                  <a:lnTo>
                    <a:pt x="178689" y="837819"/>
                  </a:lnTo>
                  <a:cubicBezTo>
                    <a:pt x="80010" y="837819"/>
                    <a:pt x="0" y="757809"/>
                    <a:pt x="0" y="6591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654732" y="4668930"/>
            <a:ext cx="10978535" cy="949142"/>
            <a:chOff x="0" y="0"/>
            <a:chExt cx="14638046" cy="12655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8020" cy="1265555"/>
            </a:xfrm>
            <a:custGeom>
              <a:avLst/>
              <a:gdLst/>
              <a:ahLst/>
              <a:cxnLst/>
              <a:rect r="r" b="b" t="t" l="l"/>
              <a:pathLst>
                <a:path h="1265555" w="14638020">
                  <a:moveTo>
                    <a:pt x="0" y="454787"/>
                  </a:moveTo>
                  <a:cubicBezTo>
                    <a:pt x="0" y="203327"/>
                    <a:pt x="207518" y="0"/>
                    <a:pt x="463042" y="0"/>
                  </a:cubicBezTo>
                  <a:lnTo>
                    <a:pt x="14174978" y="0"/>
                  </a:lnTo>
                  <a:lnTo>
                    <a:pt x="14174978" y="12700"/>
                  </a:lnTo>
                  <a:lnTo>
                    <a:pt x="14174978" y="0"/>
                  </a:lnTo>
                  <a:cubicBezTo>
                    <a:pt x="14430502" y="0"/>
                    <a:pt x="14638020" y="203327"/>
                    <a:pt x="14638020" y="454787"/>
                  </a:cubicBezTo>
                  <a:lnTo>
                    <a:pt x="14625320" y="454787"/>
                  </a:lnTo>
                  <a:lnTo>
                    <a:pt x="14638020" y="454787"/>
                  </a:lnTo>
                  <a:lnTo>
                    <a:pt x="14638020" y="810768"/>
                  </a:lnTo>
                  <a:lnTo>
                    <a:pt x="14625320" y="810768"/>
                  </a:lnTo>
                  <a:lnTo>
                    <a:pt x="14638020" y="810768"/>
                  </a:lnTo>
                  <a:cubicBezTo>
                    <a:pt x="14638020" y="1062101"/>
                    <a:pt x="14430502" y="1265555"/>
                    <a:pt x="14174978" y="1265555"/>
                  </a:cubicBezTo>
                  <a:lnTo>
                    <a:pt x="14174978" y="1252855"/>
                  </a:lnTo>
                  <a:lnTo>
                    <a:pt x="14174978" y="1265555"/>
                  </a:lnTo>
                  <a:lnTo>
                    <a:pt x="463042" y="1265555"/>
                  </a:lnTo>
                  <a:lnTo>
                    <a:pt x="463042" y="1252855"/>
                  </a:lnTo>
                  <a:lnTo>
                    <a:pt x="463042" y="1265555"/>
                  </a:lnTo>
                  <a:cubicBezTo>
                    <a:pt x="207518" y="1265555"/>
                    <a:pt x="0" y="1062101"/>
                    <a:pt x="0" y="810768"/>
                  </a:cubicBezTo>
                  <a:lnTo>
                    <a:pt x="0" y="454787"/>
                  </a:lnTo>
                  <a:lnTo>
                    <a:pt x="12700" y="454787"/>
                  </a:lnTo>
                  <a:lnTo>
                    <a:pt x="0" y="454787"/>
                  </a:lnTo>
                  <a:moveTo>
                    <a:pt x="25400" y="454787"/>
                  </a:moveTo>
                  <a:lnTo>
                    <a:pt x="25400" y="810768"/>
                  </a:lnTo>
                  <a:lnTo>
                    <a:pt x="12700" y="810768"/>
                  </a:lnTo>
                  <a:lnTo>
                    <a:pt x="25400" y="810768"/>
                  </a:lnTo>
                  <a:cubicBezTo>
                    <a:pt x="25400" y="1047623"/>
                    <a:pt x="221107" y="1240155"/>
                    <a:pt x="463042" y="1240155"/>
                  </a:cubicBezTo>
                  <a:lnTo>
                    <a:pt x="14174978" y="1240155"/>
                  </a:lnTo>
                  <a:cubicBezTo>
                    <a:pt x="14416914" y="1240155"/>
                    <a:pt x="14612620" y="1047750"/>
                    <a:pt x="14612620" y="810768"/>
                  </a:cubicBezTo>
                  <a:lnTo>
                    <a:pt x="14612620" y="454787"/>
                  </a:lnTo>
                  <a:cubicBezTo>
                    <a:pt x="14612620" y="217932"/>
                    <a:pt x="14416914" y="25400"/>
                    <a:pt x="14174978" y="25400"/>
                  </a:cubicBezTo>
                  <a:lnTo>
                    <a:pt x="463042" y="25400"/>
                  </a:lnTo>
                  <a:lnTo>
                    <a:pt x="463042" y="12700"/>
                  </a:lnTo>
                  <a:lnTo>
                    <a:pt x="463042" y="25400"/>
                  </a:lnTo>
                  <a:cubicBezTo>
                    <a:pt x="221107" y="25400"/>
                    <a:pt x="25400" y="217805"/>
                    <a:pt x="25400" y="4547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511169" y="3566975"/>
            <a:ext cx="3265660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5194" y="5896204"/>
            <a:ext cx="1957611" cy="8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</a:p>
        </p:txBody>
      </p:sp>
    </p:spTree>
  </p:cSld>
  <p:clrMapOvr>
    <a:masterClrMapping/>
  </p:clrMapOvr>
  <p:transition spd="slow">
    <p:cover dir="l"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3076" y="4652327"/>
            <a:ext cx="32418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DAGWLIH2Y7o</dc:identifier>
  <dcterms:modified xsi:type="dcterms:W3CDTF">2011-08-01T06:04:30Z</dcterms:modified>
  <cp:revision>1</cp:revision>
  <dc:title>PPT SANDY</dc:title>
</cp:coreProperties>
</file>